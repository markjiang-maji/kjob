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554480"/>
          <a:ext cx="11064240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 --jobid --pty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kexec NAME [指令]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進到執行中的工作：跑指令或開 shell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在工作裡跑指令（如 nvidia-smi）或開 shell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裝好 kjob 就自動裝好 skill，用一句話描述需求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400" b="0" i="0">
                <a:solidFill>
                  <a:srgbClr val="4FD69C"/>
                </a:solidFill>
                <a:latin typeface="Consolas"/>
                <a:ea typeface="Microsoft JhengHei"/>
              </a:rPr>
              <a:t>kjob: installed AI skills in ~/.claude/skills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進到工作裡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